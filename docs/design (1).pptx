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5"/>
  </p:notesMasterIdLst>
  <p:sldIdLst>
    <p:sldId id="301" r:id="rId3"/>
    <p:sldId id="302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A0E497-715A-4CD0-9488-5DC9FE9C4640}">
  <a:tblStyle styleId="{38A0E497-715A-4CD0-9488-5DC9FE9C46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84" d="100"/>
          <a:sy n="184" d="100"/>
        </p:scale>
        <p:origin x="176" y="4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152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1"/>
          <p:cNvSpPr/>
          <p:nvPr/>
        </p:nvSpPr>
        <p:spPr>
          <a:xfrm>
            <a:off x="372575" y="1068000"/>
            <a:ext cx="1788600" cy="2000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0" name="Google Shape;500;p61"/>
          <p:cNvSpPr/>
          <p:nvPr/>
        </p:nvSpPr>
        <p:spPr>
          <a:xfrm>
            <a:off x="5823475" y="1068000"/>
            <a:ext cx="2785800" cy="1916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2326000" y="1068000"/>
            <a:ext cx="3105000" cy="392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2" name="Google Shape;502;p61"/>
          <p:cNvSpPr txBox="1">
            <a:spLocks noGrp="1"/>
          </p:cNvSpPr>
          <p:nvPr>
            <p:ph type="title"/>
          </p:nvPr>
        </p:nvSpPr>
        <p:spPr>
          <a:xfrm>
            <a:off x="552450" y="-30956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Overall Design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3" name="Google Shape;503;p61"/>
          <p:cNvSpPr/>
          <p:nvPr/>
        </p:nvSpPr>
        <p:spPr>
          <a:xfrm rot="-5400000">
            <a:off x="58600" y="1988075"/>
            <a:ext cx="1410600" cy="476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Front 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(clang)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2536424" y="1521125"/>
            <a:ext cx="27378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SVF-WPA   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5" name="Google Shape;505;p61"/>
          <p:cNvSpPr txBox="1"/>
          <p:nvPr/>
        </p:nvSpPr>
        <p:spPr>
          <a:xfrm>
            <a:off x="1064274" y="1988675"/>
            <a:ext cx="327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1"/>
          <p:cNvSpPr/>
          <p:nvPr/>
        </p:nvSpPr>
        <p:spPr>
          <a:xfrm rot="-5400000">
            <a:off x="5630575" y="1953150"/>
            <a:ext cx="12753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Back 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(clang)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07" name="Google Shape;507;p61"/>
          <p:cNvCxnSpPr>
            <a:stCxn id="503" idx="2"/>
            <a:endCxn id="505" idx="1"/>
          </p:cNvCxnSpPr>
          <p:nvPr/>
        </p:nvCxnSpPr>
        <p:spPr>
          <a:xfrm>
            <a:off x="1002250" y="2226425"/>
            <a:ext cx="6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61"/>
          <p:cNvCxnSpPr>
            <a:stCxn id="505" idx="3"/>
            <a:endCxn id="509" idx="1"/>
          </p:cNvCxnSpPr>
          <p:nvPr/>
        </p:nvCxnSpPr>
        <p:spPr>
          <a:xfrm rot="10800000" flipH="1">
            <a:off x="1391574" y="2221625"/>
            <a:ext cx="1383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0" name="Google Shape;510;p61"/>
          <p:cNvSpPr txBox="1"/>
          <p:nvPr/>
        </p:nvSpPr>
        <p:spPr>
          <a:xfrm>
            <a:off x="1925426" y="1983725"/>
            <a:ext cx="327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61"/>
          <p:cNvSpPr txBox="1"/>
          <p:nvPr/>
        </p:nvSpPr>
        <p:spPr>
          <a:xfrm>
            <a:off x="5473250" y="1953575"/>
            <a:ext cx="3273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61"/>
          <p:cNvCxnSpPr>
            <a:stCxn id="510" idx="3"/>
            <a:endCxn id="504" idx="1"/>
          </p:cNvCxnSpPr>
          <p:nvPr/>
        </p:nvCxnSpPr>
        <p:spPr>
          <a:xfrm>
            <a:off x="2252726" y="2221475"/>
            <a:ext cx="28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Google Shape;513;p61"/>
          <p:cNvCxnSpPr>
            <a:cxnSpLocks/>
            <a:stCxn id="511" idx="3"/>
            <a:endCxn id="506" idx="0"/>
          </p:cNvCxnSpPr>
          <p:nvPr/>
        </p:nvCxnSpPr>
        <p:spPr>
          <a:xfrm>
            <a:off x="5800550" y="2145275"/>
            <a:ext cx="213300" cy="6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Google Shape;514;p61"/>
          <p:cNvCxnSpPr>
            <a:stCxn id="515" idx="2"/>
            <a:endCxn id="503" idx="0"/>
          </p:cNvCxnSpPr>
          <p:nvPr/>
        </p:nvCxnSpPr>
        <p:spPr>
          <a:xfrm>
            <a:off x="262925" y="2226425"/>
            <a:ext cx="262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61"/>
          <p:cNvSpPr txBox="1"/>
          <p:nvPr/>
        </p:nvSpPr>
        <p:spPr>
          <a:xfrm rot="-5400000">
            <a:off x="-435625" y="2060975"/>
            <a:ext cx="1066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Benchmark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1"/>
          <p:cNvSpPr txBox="1"/>
          <p:nvPr/>
        </p:nvSpPr>
        <p:spPr>
          <a:xfrm rot="-5400000">
            <a:off x="6649975" y="2015600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Machine code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61"/>
          <p:cNvCxnSpPr>
            <a:cxnSpLocks/>
            <a:stCxn id="506" idx="2"/>
            <a:endCxn id="516" idx="0"/>
          </p:cNvCxnSpPr>
          <p:nvPr/>
        </p:nvCxnSpPr>
        <p:spPr>
          <a:xfrm>
            <a:off x="6522475" y="2207400"/>
            <a:ext cx="587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8" name="Google Shape;518;p61"/>
          <p:cNvSpPr/>
          <p:nvPr/>
        </p:nvSpPr>
        <p:spPr>
          <a:xfrm>
            <a:off x="3405075" y="3233275"/>
            <a:ext cx="879600" cy="99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Calling Context Encoder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9" name="Google Shape;519;p61"/>
          <p:cNvSpPr txBox="1"/>
          <p:nvPr/>
        </p:nvSpPr>
        <p:spPr>
          <a:xfrm>
            <a:off x="2792675" y="3560825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.cg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61"/>
          <p:cNvCxnSpPr>
            <a:stCxn id="519" idx="3"/>
            <a:endCxn id="518" idx="1"/>
          </p:cNvCxnSpPr>
          <p:nvPr/>
        </p:nvCxnSpPr>
        <p:spPr>
          <a:xfrm>
            <a:off x="3238475" y="3726275"/>
            <a:ext cx="166500" cy="42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61"/>
          <p:cNvCxnSpPr>
            <a:stCxn id="522" idx="1"/>
            <a:endCxn id="519" idx="0"/>
          </p:cNvCxnSpPr>
          <p:nvPr/>
        </p:nvCxnSpPr>
        <p:spPr>
          <a:xfrm rot="5400000">
            <a:off x="2725125" y="3128575"/>
            <a:ext cx="722700" cy="1419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61"/>
          <p:cNvSpPr txBox="1"/>
          <p:nvPr/>
        </p:nvSpPr>
        <p:spPr>
          <a:xfrm>
            <a:off x="4394800" y="3560825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.cc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61"/>
          <p:cNvCxnSpPr>
            <a:stCxn id="518" idx="3"/>
            <a:endCxn id="523" idx="1"/>
          </p:cNvCxnSpPr>
          <p:nvPr/>
        </p:nvCxnSpPr>
        <p:spPr>
          <a:xfrm rot="10800000" flipH="1">
            <a:off x="4284675" y="3726175"/>
            <a:ext cx="110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61"/>
          <p:cNvSpPr/>
          <p:nvPr/>
        </p:nvSpPr>
        <p:spPr>
          <a:xfrm>
            <a:off x="2536425" y="1152650"/>
            <a:ext cx="27858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DCCE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2" name="Google Shape;522;p61"/>
          <p:cNvSpPr/>
          <p:nvPr/>
        </p:nvSpPr>
        <p:spPr>
          <a:xfrm rot="-5400000">
            <a:off x="2659875" y="1945375"/>
            <a:ext cx="995100" cy="790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Dump callgraph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3867438" y="1843075"/>
            <a:ext cx="1277700" cy="96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27" name="Google Shape;527;p61"/>
          <p:cNvCxnSpPr>
            <a:stCxn id="523" idx="0"/>
            <a:endCxn id="526" idx="2"/>
          </p:cNvCxnSpPr>
          <p:nvPr/>
        </p:nvCxnSpPr>
        <p:spPr>
          <a:xfrm rot="5400000" flipH="1">
            <a:off x="4186600" y="3129725"/>
            <a:ext cx="750900" cy="1113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" name="Google Shape;528;p61"/>
          <p:cNvCxnSpPr>
            <a:stCxn id="529" idx="3"/>
            <a:endCxn id="511" idx="1"/>
          </p:cNvCxnSpPr>
          <p:nvPr/>
        </p:nvCxnSpPr>
        <p:spPr>
          <a:xfrm>
            <a:off x="5076537" y="2120050"/>
            <a:ext cx="396600" cy="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0" name="Google Shape;530;p61"/>
          <p:cNvSpPr/>
          <p:nvPr/>
        </p:nvSpPr>
        <p:spPr>
          <a:xfrm>
            <a:off x="1627300" y="1583275"/>
            <a:ext cx="2601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9" name="Google Shape;509;p61"/>
          <p:cNvSpPr/>
          <p:nvPr/>
        </p:nvSpPr>
        <p:spPr>
          <a:xfrm>
            <a:off x="1529800" y="1521125"/>
            <a:ext cx="2601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PASS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1" name="Google Shape;531;p61"/>
          <p:cNvCxnSpPr>
            <a:stCxn id="509" idx="3"/>
            <a:endCxn id="510" idx="1"/>
          </p:cNvCxnSpPr>
          <p:nvPr/>
        </p:nvCxnSpPr>
        <p:spPr>
          <a:xfrm>
            <a:off x="1789900" y="2221475"/>
            <a:ext cx="13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2" name="Google Shape;532;p61"/>
          <p:cNvSpPr/>
          <p:nvPr/>
        </p:nvSpPr>
        <p:spPr>
          <a:xfrm>
            <a:off x="5984400" y="1152650"/>
            <a:ext cx="24546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Real Machine Experiment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3" name="Google Shape;533;p61"/>
          <p:cNvSpPr/>
          <p:nvPr/>
        </p:nvSpPr>
        <p:spPr>
          <a:xfrm>
            <a:off x="5823475" y="3035000"/>
            <a:ext cx="2785800" cy="1916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6013975" y="3143425"/>
            <a:ext cx="2454600" cy="277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Simulation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5" name="Google Shape;535;p61"/>
          <p:cNvSpPr/>
          <p:nvPr/>
        </p:nvSpPr>
        <p:spPr>
          <a:xfrm rot="-5400000">
            <a:off x="7257025" y="3706650"/>
            <a:ext cx="1342800" cy="933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Gem5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(Extended ISA)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(Extended Arch)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6" name="Google Shape;536;p61"/>
          <p:cNvSpPr txBox="1"/>
          <p:nvPr/>
        </p:nvSpPr>
        <p:spPr>
          <a:xfrm>
            <a:off x="4110350" y="4288725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CSID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CESYM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1"/>
          <p:cNvSpPr txBox="1"/>
          <p:nvPr/>
        </p:nvSpPr>
        <p:spPr>
          <a:xfrm>
            <a:off x="2132475" y="4288725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CSID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CESYM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3968337" y="1974700"/>
            <a:ext cx="1108200" cy="290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Instrument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982728" y="2403575"/>
            <a:ext cx="1062600" cy="268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9" name="Google Shape;539;p61"/>
          <p:cNvSpPr txBox="1"/>
          <p:nvPr/>
        </p:nvSpPr>
        <p:spPr>
          <a:xfrm>
            <a:off x="5493725" y="3479700"/>
            <a:ext cx="3273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IR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61"/>
          <p:cNvSpPr/>
          <p:nvPr/>
        </p:nvSpPr>
        <p:spPr>
          <a:xfrm rot="-5400000">
            <a:off x="7552675" y="1952350"/>
            <a:ext cx="12909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Host PC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41" name="Google Shape;541;p61"/>
          <p:cNvCxnSpPr>
            <a:cxnSpLocks/>
            <a:stCxn id="516" idx="2"/>
            <a:endCxn id="540" idx="0"/>
          </p:cNvCxnSpPr>
          <p:nvPr/>
        </p:nvCxnSpPr>
        <p:spPr>
          <a:xfrm rot="10800000" flipH="1">
            <a:off x="7493425" y="2206700"/>
            <a:ext cx="4506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" name="Google Shape;542;p61"/>
          <p:cNvCxnSpPr>
            <a:stCxn id="538" idx="3"/>
            <a:endCxn id="539" idx="1"/>
          </p:cNvCxnSpPr>
          <p:nvPr/>
        </p:nvCxnSpPr>
        <p:spPr>
          <a:xfrm>
            <a:off x="5045328" y="2537675"/>
            <a:ext cx="448500" cy="1133700"/>
          </a:xfrm>
          <a:prstGeom prst="bentConnector3">
            <a:avLst>
              <a:gd name="adj1" fmla="val 3438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61"/>
          <p:cNvCxnSpPr>
            <a:cxnSpLocks/>
            <a:stCxn id="539" idx="3"/>
            <a:endCxn id="544" idx="0"/>
          </p:cNvCxnSpPr>
          <p:nvPr/>
        </p:nvCxnSpPr>
        <p:spPr>
          <a:xfrm>
            <a:off x="5821025" y="3671400"/>
            <a:ext cx="226200" cy="5019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4" name="Google Shape;544;p61"/>
          <p:cNvSpPr/>
          <p:nvPr/>
        </p:nvSpPr>
        <p:spPr>
          <a:xfrm rot="-5400000">
            <a:off x="5663850" y="3919050"/>
            <a:ext cx="12753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Extended Backend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45" name="Google Shape;545;p61"/>
          <p:cNvCxnSpPr>
            <a:stCxn id="544" idx="2"/>
            <a:endCxn id="546" idx="0"/>
          </p:cNvCxnSpPr>
          <p:nvPr/>
        </p:nvCxnSpPr>
        <p:spPr>
          <a:xfrm>
            <a:off x="6555750" y="4173300"/>
            <a:ext cx="2613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6" name="Google Shape;546;p61"/>
          <p:cNvSpPr txBox="1"/>
          <p:nvPr/>
        </p:nvSpPr>
        <p:spPr>
          <a:xfrm rot="-5400000">
            <a:off x="6357013" y="3987600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Machine code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61"/>
          <p:cNvCxnSpPr>
            <a:stCxn id="546" idx="2"/>
            <a:endCxn id="535" idx="0"/>
          </p:cNvCxnSpPr>
          <p:nvPr/>
        </p:nvCxnSpPr>
        <p:spPr>
          <a:xfrm rot="10800000" flipH="1">
            <a:off x="7200463" y="4173300"/>
            <a:ext cx="2613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8" name="Google Shape;548;p61"/>
          <p:cNvSpPr/>
          <p:nvPr/>
        </p:nvSpPr>
        <p:spPr>
          <a:xfrm>
            <a:off x="536100" y="1100150"/>
            <a:ext cx="14991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Benchmark Building System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9" name="Google Shape;549;p61"/>
          <p:cNvSpPr/>
          <p:nvPr/>
        </p:nvSpPr>
        <p:spPr>
          <a:xfrm>
            <a:off x="6735900" y="1608017"/>
            <a:ext cx="481200" cy="421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Twentieth Century"/>
                <a:ea typeface="Twentieth Century"/>
                <a:cs typeface="Twentieth Century"/>
                <a:sym typeface="Twentieth Century"/>
              </a:rPr>
              <a:t>rtlib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1"/>
          <p:cNvSpPr/>
          <p:nvPr/>
        </p:nvSpPr>
        <p:spPr>
          <a:xfrm>
            <a:off x="372575" y="1068000"/>
            <a:ext cx="1788600" cy="2000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0" name="Google Shape;500;p61"/>
          <p:cNvSpPr/>
          <p:nvPr/>
        </p:nvSpPr>
        <p:spPr>
          <a:xfrm>
            <a:off x="5823475" y="1068000"/>
            <a:ext cx="2785800" cy="1916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2326000" y="1068000"/>
            <a:ext cx="3105000" cy="392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2" name="Google Shape;502;p61"/>
          <p:cNvSpPr txBox="1">
            <a:spLocks noGrp="1"/>
          </p:cNvSpPr>
          <p:nvPr>
            <p:ph type="title"/>
          </p:nvPr>
        </p:nvSpPr>
        <p:spPr>
          <a:xfrm>
            <a:off x="552450" y="-30956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Overall Design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3" name="Google Shape;503;p61"/>
          <p:cNvSpPr/>
          <p:nvPr/>
        </p:nvSpPr>
        <p:spPr>
          <a:xfrm rot="-5400000">
            <a:off x="58600" y="1988075"/>
            <a:ext cx="1410600" cy="476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Front 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(clang)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2536424" y="1521125"/>
            <a:ext cx="27378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SVF-WPA   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5" name="Google Shape;505;p61"/>
          <p:cNvSpPr txBox="1"/>
          <p:nvPr/>
        </p:nvSpPr>
        <p:spPr>
          <a:xfrm>
            <a:off x="1064274" y="1988675"/>
            <a:ext cx="327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1"/>
          <p:cNvSpPr/>
          <p:nvPr/>
        </p:nvSpPr>
        <p:spPr>
          <a:xfrm rot="-5400000">
            <a:off x="5630575" y="1953150"/>
            <a:ext cx="12753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Back 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(clang)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07" name="Google Shape;507;p61"/>
          <p:cNvCxnSpPr>
            <a:stCxn id="503" idx="2"/>
            <a:endCxn id="505" idx="1"/>
          </p:cNvCxnSpPr>
          <p:nvPr/>
        </p:nvCxnSpPr>
        <p:spPr>
          <a:xfrm>
            <a:off x="1002250" y="2226425"/>
            <a:ext cx="6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61"/>
          <p:cNvCxnSpPr>
            <a:stCxn id="505" idx="3"/>
            <a:endCxn id="509" idx="1"/>
          </p:cNvCxnSpPr>
          <p:nvPr/>
        </p:nvCxnSpPr>
        <p:spPr>
          <a:xfrm rot="10800000" flipH="1">
            <a:off x="1391574" y="2221625"/>
            <a:ext cx="1383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0" name="Google Shape;510;p61"/>
          <p:cNvSpPr txBox="1"/>
          <p:nvPr/>
        </p:nvSpPr>
        <p:spPr>
          <a:xfrm>
            <a:off x="1925426" y="1983725"/>
            <a:ext cx="327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61"/>
          <p:cNvSpPr txBox="1"/>
          <p:nvPr/>
        </p:nvSpPr>
        <p:spPr>
          <a:xfrm>
            <a:off x="5473250" y="1953575"/>
            <a:ext cx="3273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61"/>
          <p:cNvCxnSpPr>
            <a:stCxn id="510" idx="3"/>
            <a:endCxn id="504" idx="1"/>
          </p:cNvCxnSpPr>
          <p:nvPr/>
        </p:nvCxnSpPr>
        <p:spPr>
          <a:xfrm>
            <a:off x="2252726" y="2221475"/>
            <a:ext cx="28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Google Shape;513;p61"/>
          <p:cNvCxnSpPr>
            <a:cxnSpLocks/>
            <a:stCxn id="511" idx="3"/>
            <a:endCxn id="506" idx="0"/>
          </p:cNvCxnSpPr>
          <p:nvPr/>
        </p:nvCxnSpPr>
        <p:spPr>
          <a:xfrm>
            <a:off x="5800550" y="2145275"/>
            <a:ext cx="213300" cy="6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Google Shape;514;p61"/>
          <p:cNvCxnSpPr>
            <a:stCxn id="515" idx="2"/>
            <a:endCxn id="503" idx="0"/>
          </p:cNvCxnSpPr>
          <p:nvPr/>
        </p:nvCxnSpPr>
        <p:spPr>
          <a:xfrm>
            <a:off x="262925" y="2226425"/>
            <a:ext cx="262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61"/>
          <p:cNvSpPr txBox="1"/>
          <p:nvPr/>
        </p:nvSpPr>
        <p:spPr>
          <a:xfrm rot="-5400000">
            <a:off x="-435625" y="2060975"/>
            <a:ext cx="1066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Benchmark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1"/>
          <p:cNvSpPr txBox="1"/>
          <p:nvPr/>
        </p:nvSpPr>
        <p:spPr>
          <a:xfrm rot="-5400000">
            <a:off x="6649975" y="2015600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Machine code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61"/>
          <p:cNvCxnSpPr>
            <a:cxnSpLocks/>
            <a:stCxn id="506" idx="2"/>
            <a:endCxn id="516" idx="0"/>
          </p:cNvCxnSpPr>
          <p:nvPr/>
        </p:nvCxnSpPr>
        <p:spPr>
          <a:xfrm>
            <a:off x="6522475" y="2207400"/>
            <a:ext cx="587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8" name="Google Shape;518;p61"/>
          <p:cNvSpPr/>
          <p:nvPr/>
        </p:nvSpPr>
        <p:spPr>
          <a:xfrm>
            <a:off x="3405075" y="3233275"/>
            <a:ext cx="879600" cy="99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Calling Context Encoder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9" name="Google Shape;519;p61"/>
          <p:cNvSpPr txBox="1"/>
          <p:nvPr/>
        </p:nvSpPr>
        <p:spPr>
          <a:xfrm>
            <a:off x="2792675" y="3560825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.cg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61"/>
          <p:cNvCxnSpPr>
            <a:stCxn id="519" idx="3"/>
            <a:endCxn id="518" idx="1"/>
          </p:cNvCxnSpPr>
          <p:nvPr/>
        </p:nvCxnSpPr>
        <p:spPr>
          <a:xfrm>
            <a:off x="3238475" y="3726275"/>
            <a:ext cx="166500" cy="42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61"/>
          <p:cNvCxnSpPr>
            <a:stCxn id="522" idx="1"/>
            <a:endCxn id="519" idx="0"/>
          </p:cNvCxnSpPr>
          <p:nvPr/>
        </p:nvCxnSpPr>
        <p:spPr>
          <a:xfrm rot="5400000">
            <a:off x="2725125" y="3128575"/>
            <a:ext cx="722700" cy="1419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61"/>
          <p:cNvSpPr txBox="1"/>
          <p:nvPr/>
        </p:nvSpPr>
        <p:spPr>
          <a:xfrm>
            <a:off x="4394800" y="3560825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.cc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61"/>
          <p:cNvCxnSpPr>
            <a:stCxn id="518" idx="3"/>
            <a:endCxn id="523" idx="1"/>
          </p:cNvCxnSpPr>
          <p:nvPr/>
        </p:nvCxnSpPr>
        <p:spPr>
          <a:xfrm rot="10800000" flipH="1">
            <a:off x="4284675" y="3726175"/>
            <a:ext cx="110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61"/>
          <p:cNvSpPr/>
          <p:nvPr/>
        </p:nvSpPr>
        <p:spPr>
          <a:xfrm>
            <a:off x="2536425" y="1152650"/>
            <a:ext cx="27858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DCCE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2" name="Google Shape;522;p61"/>
          <p:cNvSpPr/>
          <p:nvPr/>
        </p:nvSpPr>
        <p:spPr>
          <a:xfrm rot="-5400000">
            <a:off x="2659875" y="1945375"/>
            <a:ext cx="995100" cy="790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Dump </a:t>
            </a:r>
            <a:r>
              <a:rPr lang="en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callgraph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3867438" y="1843075"/>
            <a:ext cx="1277700" cy="96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27" name="Google Shape;527;p61"/>
          <p:cNvCxnSpPr>
            <a:stCxn id="523" idx="0"/>
            <a:endCxn id="526" idx="2"/>
          </p:cNvCxnSpPr>
          <p:nvPr/>
        </p:nvCxnSpPr>
        <p:spPr>
          <a:xfrm rot="5400000" flipH="1">
            <a:off x="4186600" y="3129725"/>
            <a:ext cx="750900" cy="1113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" name="Google Shape;528;p61"/>
          <p:cNvCxnSpPr>
            <a:stCxn id="529" idx="3"/>
            <a:endCxn id="511" idx="1"/>
          </p:cNvCxnSpPr>
          <p:nvPr/>
        </p:nvCxnSpPr>
        <p:spPr>
          <a:xfrm>
            <a:off x="5076537" y="2120050"/>
            <a:ext cx="396600" cy="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0" name="Google Shape;530;p61"/>
          <p:cNvSpPr/>
          <p:nvPr/>
        </p:nvSpPr>
        <p:spPr>
          <a:xfrm>
            <a:off x="1627300" y="1583275"/>
            <a:ext cx="2601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9" name="Google Shape;509;p61"/>
          <p:cNvSpPr/>
          <p:nvPr/>
        </p:nvSpPr>
        <p:spPr>
          <a:xfrm>
            <a:off x="1529800" y="1521125"/>
            <a:ext cx="2601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PASS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1" name="Google Shape;531;p61"/>
          <p:cNvCxnSpPr>
            <a:stCxn id="509" idx="3"/>
            <a:endCxn id="510" idx="1"/>
          </p:cNvCxnSpPr>
          <p:nvPr/>
        </p:nvCxnSpPr>
        <p:spPr>
          <a:xfrm>
            <a:off x="1789900" y="2221475"/>
            <a:ext cx="13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2" name="Google Shape;532;p61"/>
          <p:cNvSpPr/>
          <p:nvPr/>
        </p:nvSpPr>
        <p:spPr>
          <a:xfrm>
            <a:off x="5984400" y="1152650"/>
            <a:ext cx="24546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Real Machine Experiment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3" name="Google Shape;533;p61"/>
          <p:cNvSpPr/>
          <p:nvPr/>
        </p:nvSpPr>
        <p:spPr>
          <a:xfrm>
            <a:off x="5823475" y="3035000"/>
            <a:ext cx="2785800" cy="1916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6013975" y="3108790"/>
            <a:ext cx="2454600" cy="277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Pintool</a:t>
            </a: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 Based Experiment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5" name="Google Shape;535;p61"/>
          <p:cNvSpPr/>
          <p:nvPr/>
        </p:nvSpPr>
        <p:spPr>
          <a:xfrm>
            <a:off x="5894736" y="3462881"/>
            <a:ext cx="2660446" cy="142777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Pin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6" name="Google Shape;536;p61"/>
          <p:cNvSpPr txBox="1"/>
          <p:nvPr/>
        </p:nvSpPr>
        <p:spPr>
          <a:xfrm>
            <a:off x="4110350" y="4288725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CSID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CESYM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1"/>
          <p:cNvSpPr txBox="1"/>
          <p:nvPr/>
        </p:nvSpPr>
        <p:spPr>
          <a:xfrm>
            <a:off x="2132475" y="4288725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CSID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CESYM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3968337" y="1974700"/>
            <a:ext cx="1108200" cy="290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Instrument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982728" y="2403575"/>
            <a:ext cx="1062600" cy="268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0" name="Google Shape;540;p61"/>
          <p:cNvSpPr/>
          <p:nvPr/>
        </p:nvSpPr>
        <p:spPr>
          <a:xfrm rot="-5400000">
            <a:off x="7552675" y="1952350"/>
            <a:ext cx="12909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Host PC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41" name="Google Shape;541;p61"/>
          <p:cNvCxnSpPr>
            <a:cxnSpLocks/>
            <a:stCxn id="516" idx="2"/>
            <a:endCxn id="540" idx="0"/>
          </p:cNvCxnSpPr>
          <p:nvPr/>
        </p:nvCxnSpPr>
        <p:spPr>
          <a:xfrm rot="10800000" flipH="1">
            <a:off x="7493425" y="2206700"/>
            <a:ext cx="4506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4" name="Google Shape;544;p61"/>
          <p:cNvSpPr/>
          <p:nvPr/>
        </p:nvSpPr>
        <p:spPr>
          <a:xfrm>
            <a:off x="5949659" y="3802669"/>
            <a:ext cx="1237523" cy="8694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DCCE </a:t>
            </a:r>
            <a:r>
              <a:rPr lang="en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Pintool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8" name="Google Shape;548;p61"/>
          <p:cNvSpPr/>
          <p:nvPr/>
        </p:nvSpPr>
        <p:spPr>
          <a:xfrm>
            <a:off x="536100" y="1100150"/>
            <a:ext cx="14991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Benchmark Building System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9" name="Google Shape;549;p61"/>
          <p:cNvSpPr/>
          <p:nvPr/>
        </p:nvSpPr>
        <p:spPr>
          <a:xfrm>
            <a:off x="6708600" y="1608017"/>
            <a:ext cx="508500" cy="421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Twentieth Century"/>
                <a:ea typeface="Twentieth Century"/>
                <a:cs typeface="Twentieth Century"/>
                <a:sym typeface="Twentieth Century"/>
              </a:rPr>
              <a:t>rtlib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" name="Google Shape;527;p61">
            <a:extLst>
              <a:ext uri="{FF2B5EF4-FFF2-40B4-BE49-F238E27FC236}">
                <a16:creationId xmlns:a16="http://schemas.microsoft.com/office/drawing/2014/main" id="{E8F3D5F7-3C6E-9E4A-9186-BFB00BBE9E16}"/>
              </a:ext>
            </a:extLst>
          </p:cNvPr>
          <p:cNvCxnSpPr>
            <a:cxnSpLocks/>
            <a:stCxn id="523" idx="3"/>
            <a:endCxn id="544" idx="1"/>
          </p:cNvCxnSpPr>
          <p:nvPr/>
        </p:nvCxnSpPr>
        <p:spPr>
          <a:xfrm>
            <a:off x="4840600" y="3726275"/>
            <a:ext cx="1109059" cy="51112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" name="Google Shape;544;p61">
            <a:extLst>
              <a:ext uri="{FF2B5EF4-FFF2-40B4-BE49-F238E27FC236}">
                <a16:creationId xmlns:a16="http://schemas.microsoft.com/office/drawing/2014/main" id="{06B21354-74C9-9A46-8D55-B1C4C886947D}"/>
              </a:ext>
            </a:extLst>
          </p:cNvPr>
          <p:cNvSpPr/>
          <p:nvPr/>
        </p:nvSpPr>
        <p:spPr>
          <a:xfrm>
            <a:off x="7286307" y="3802669"/>
            <a:ext cx="1230268" cy="8694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Benchmark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14098888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130</Words>
  <Application>Microsoft Macintosh PowerPoint</Application>
  <PresentationFormat>On-screen Show (16:9)</PresentationFormat>
  <Paragraphs>64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Twentieth Century</vt:lpstr>
      <vt:lpstr>Arial</vt:lpstr>
      <vt:lpstr>Calibri</vt:lpstr>
      <vt:lpstr>Simple Light</vt:lpstr>
      <vt:lpstr>Office Theme</vt:lpstr>
      <vt:lpstr>Overall Design</vt:lpstr>
      <vt:lpstr>Overall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Overall Design</dc:title>
  <cp:lastModifiedBy>Kim, Sungkeun</cp:lastModifiedBy>
  <cp:revision>3</cp:revision>
  <dcterms:modified xsi:type="dcterms:W3CDTF">2022-01-04T17:44:46Z</dcterms:modified>
</cp:coreProperties>
</file>